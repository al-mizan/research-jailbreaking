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Accuracy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Cisco AI Defense</c:v>
                </c:pt>
                <c:pt idx="1">
                  <c:v>Skill Vetter</c:v>
                </c:pt>
                <c:pt idx="2">
                  <c:v>SlowMist</c:v>
                </c:pt>
                <c:pt idx="3">
                  <c:v>ClawGuard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63.8</c:v>
                </c:pt>
                <c:pt idx="1">
                  <c:v>53.1</c:v>
                </c:pt>
                <c:pt idx="2">
                  <c:v>64.2</c:v>
                </c:pt>
                <c:pt idx="3">
                  <c:v>65.0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2011680"/>
            <a:ext cx="2093976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2093976" cy="3291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AFAFA"/>
                </a:solidFill>
                <a:latin typeface="Calibri"/>
              </a:rPr>
              <a:t>RESEARCH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14600"/>
            <a:ext cx="98755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E293B"/>
                </a:solidFill>
                <a:latin typeface="Georgia"/>
              </a:rPr>
              <a:t>Cross-Lingual Skill Poisoning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64748B"/>
                </a:solidFill>
                <a:latin typeface="Calibri"/>
              </a:rPr>
              <a:t>Exploiting Security Scanner Calibration Bias to Compromise Tool-Using LLM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Al-mizan · Advisor: Dr. Md. Rafsan Jani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98755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AFAFA"/>
                </a:solidFill>
                <a:latin typeface="Georgia"/>
              </a:rPr>
              <a:t>Problem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AFAFA"/>
                </a:solidFill>
                <a:latin typeface="Calibri"/>
              </a:rPr>
              <a:t>Why agent skill security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792224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The Agent Skills Supply Chain Is Under Active Attack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7286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LLM agents (Claude Code, Gemini CLI, Codex) extend capabilities via third-party skills (SKILL.md files)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26.1% of community skills harbor security vulnerabilities (Agent Skills in the Wild, 2026)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84.2% of malicious skill payloads reside in natural-language documentation, not executable code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10+ CVEs in 2026 affecting Claude Code, Gemini CLI, and MCP transports (incl. CVSS 10.0 RCE)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Existing scanners achieve only 61.5% average detection accuracy (SkillJect,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1887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Three Pillars of Existing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55448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ATTACK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Skill-Inject / SkillJect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202 injection-task pairs, 80% ASR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Automated closed-loop poisoning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English-only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3498" y="233172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331720"/>
            <a:ext cx="182880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SCANNER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Cross-Lingual Skills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3,656 skills across 8 languages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3-5x scanner false-positive bias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Observational — no adversarial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103120"/>
            <a:ext cx="3393338" cy="39319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1156" y="233172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331720"/>
            <a:ext cx="1920240" cy="256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MULTILINGUAL 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679192"/>
            <a:ext cx="2844698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3A8A"/>
                </a:solidFill>
                <a:latin typeface="Georgia"/>
              </a:rPr>
              <a:t>Cross-Lingual Jailbreaking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56" y="3273552"/>
            <a:ext cx="2844698" cy="25328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Low-resource languages bypass guardrails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Native speakers increase ASR by 312%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Calibri"/>
              </a:rPr>
              <a:t>•  Chatbot-level only — not agent/skill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596896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596896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SCANNER CALIBRATION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The Core Observation Motivating This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28655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>
                <a:solidFill>
                  <a:srgbClr val="1E3A8A"/>
                </a:solidFill>
                <a:latin typeface="Georgia"/>
              </a:rP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293B"/>
                </a:solidFill>
                <a:latin typeface="Calibri"/>
              </a:rPr>
              <a:t>Behavioral heuristic precision on Japanese skills (vs. 10% on English) — Cisco Scanner v2.0.9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Source: "Do Agent Skills Speak Safety in Every Language?" ACM CAIS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389888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What Exists vs. What Is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3A8A"/>
                </a:solidFill>
                <a:latin typeface="Georgia"/>
              </a:rPr>
              <a:t>Already Studied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English-only skill injection attacks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Scanner bias measured observationally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Multilingual jailbreaks at chatbot level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7/7 supply-chain papers filter out non-English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03120"/>
            <a:ext cx="5181447" cy="393192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331720"/>
            <a:ext cx="463280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3A8A"/>
                </a:solidFill>
                <a:latin typeface="Georgia"/>
              </a:rPr>
              <a:t>Genuinely Unexplored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632807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Adversarial multilingual skill poisoning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Scanner evasion via language selection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End-to-end agent compromise across languages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•  Evasion-effectiveness tradeoff per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987552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AFAFA"/>
                </a:solidFill>
                <a:latin typeface="Georgia"/>
              </a:rPr>
              <a:t>Proposed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AFAFA"/>
                </a:solidFill>
                <a:latin typeface="Calibri"/>
              </a:rPr>
              <a:t>Thesis, research questions, and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792224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THESIS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7286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RQ1: Do existing skill security scanners detect malicious intent equally across languages?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RQ2: Can an attacker weaponize scanner calibration bias by crafting skills in low-resource languages?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RQ3: What is the end-to-end attack success rate (scanner evasion AND agent compromise) per language?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RQ4: Does native reconstruction outperform machine translation for adversarial skill crafting?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289304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289304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Experimental Design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AFAFA"/>
                          </a:solidFill>
                          <a:latin typeface="Georgia"/>
                        </a:rPr>
                        <a:t>Variable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AFAFA"/>
                          </a:solidFill>
                          <a:latin typeface="Georgia"/>
                        </a:rPr>
                        <a:t>Levels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AFAFA"/>
                          </a:solidFill>
                          <a:latin typeface="Georgia"/>
                        </a:rPr>
                        <a:t>Rationale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EN, BN, HI, AR, ZH, JA (6)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Low-to-high resource coverage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Attack Strategy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Translation, Reconstruction, Code-Switch (3)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Isolate language vs quality effect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Injection Type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Obvious, Contextual, Metadata-only (3)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From Skill-Inject taxonomy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Scanner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SkillSpector, Sigil, Cisco, LLM-based (4)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Static + behavioral + semantic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SDR, FPR, AHSR, E2E-ASR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93B"/>
                          </a:solidFill>
                          <a:latin typeface="Calibri"/>
                        </a:rPr>
                        <a:t>Scanner evasion × agent compromise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490472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490472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BASELINE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Current Scanner Detection Accuracy (English-Only, SkillJect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03120"/>
          <a:ext cx="10728655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2395728" cy="29260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2395728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TIMELINE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78408"/>
            <a:ext cx="10728655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93B"/>
                </a:solidFill>
                <a:latin typeface="Georgia"/>
              </a:rPr>
              <a:t>Execution Plan (8 Weeks)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7286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Weeks 1-2: Paper reading, environment setup, scanner landscape study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Week 3: Attack design (translation, reconstruction, code-switch) and pilot experiments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Weeks 4-6: Full experimental matrix — 540-900 attack instances across 6 languages × 4 scanners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Weeks 7-8: Analysis, visualization, and paper drafting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Compute: Zero-cost tier viable (Ollama + open-source models + Skill-Inject Docker)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Al-mizan · Advisor: Dr. Md. Rafsan Jani · Jahangirnagar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3550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56032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E293B"/>
                </a:solidFill>
                <a:latin typeface="Georgia"/>
              </a:rP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E3A8A"/>
                </a:solidFill>
                <a:latin typeface="Calibri"/>
              </a:rPr>
              <a:t>Al-mizan · al-mizan@juniv.edu · Advisor: Dr. Md. Rafsan Jani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